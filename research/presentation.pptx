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read from the aggregate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read from the aggregate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read from the aggregate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read from the aggregate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RetrainWise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583179" cy="12344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35607"/>
            <a:ext cx="23088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</a:defRPr>
            </a:pPr>
            <a:r>
              <a:t>benchmark runs (standard size)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1325880"/>
            <a:ext cx="2583179" cy="12344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1435607"/>
            <a:ext cx="23088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2039112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</a:defRPr>
            </a:pPr>
            <a:r>
              <a:t>policies compared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1325880"/>
            <a:ext cx="2583179" cy="12344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35607"/>
            <a:ext cx="23088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39112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</a:defRPr>
            </a:pPr>
            <a:r>
              <a:t>streams (3 real + synthetic)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6819" y="1325880"/>
            <a:ext cx="2583179" cy="12344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3980" y="1435607"/>
            <a:ext cx="23088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980" y="2039112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</a:defRPr>
            </a:pPr>
            <a:r>
              <a:t>cost regimes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34639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A lifecycle-aware agent for cost-benefit training decisions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Monitor → estimate value recovery → price the action → explain → approve → validate → promote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One Streamlit + SQLite application, CPU-only, fully offline demo on a synthetic drift stream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Benchmark: 216 replayed runs on synthetic, electricity, airlines, covertype (standard size, seeds [1, 2, 3], regimes cheap, balanced, expensive)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Calendar retraining ignores whether anything changed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Drift-triggered retraining ignores what an update costs and whether it helps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The real question: retrain fully, update incrementally, or defer — right now?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Covariate shift (PSI) is not proof that predictions got worse; label evidence is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Expected benefit = error-rate reduction × predictions over horizon × value per avoided error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Total cost = compute + engineering + validation + expected deployment-risk cost; defer = 0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Error reduction measured on a chronological hold-out that no compared model trained on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Scaled by a realisation factor learned from measured post-update outcomes (prior 0.7)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8 guardrails: compatibility, evidence, cooldown, minimum benefit, net &gt; 0, P(net&gt;0), action limit, budget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Approval, artifact checksum and validation gate enforced in deterministic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L1 monitoring: prequential metrics, ADWIN + DDM on errors, fixed-bin PSI with noise floor, learning debt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L2 decision engine: shadow candidates, itemised simulated costs, ranking, sensitivity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L3 agent: bounded read-only tools, optional local Ollama, consistency check, deterministic fallback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L4 action: unique approvals, validation gate, versioned registry, rollback, bounded autonomy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SQLite is the source of truth; experiment jobs run in a separate worker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Results — synthetic (balanced regime, mean of seeds)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572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Never retrain: TCO $7,245 (±81), acc 0.619, updates 0.0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Calendar: TCO $7,264 (±292), acc 0.641, updates 3.0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Drift-triggered: TCO $6,550 (±1,585), acc 0.705, updates 6.3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Cost-aware: TCO $8,223 (±1,075), acc 0.583, updates 2.0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RetrainWise: TCO $4,769 (±141), acc 0.784, updates 5.7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Hindsight oracle: TCO $3,984 (±140), acc 0.817, updates 3.3</a:t>
            </a:r>
          </a:p>
        </p:txBody>
      </p:sp>
      <p:pic>
        <p:nvPicPr>
          <p:cNvPr id="7" name="Picture 6" descr="results_chart_error_trace_synthe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25880"/>
            <a:ext cx="6583680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Results — electricity (balanced regime, mean of seeds)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572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Never retrain: TCO $5,173 (±278), acc 0.728, updates 0.0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Calendar: TCO $4,200 (±73), acc 0.803, updates 3.0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Drift-triggered: TCO $9,054 (±275), acc 0.795, updates 34.3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Cost-aware: TCO $4,746 (±387), acc 0.758, updates 1.0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RetrainWise: TCO $4,669 (±543), acc 0.783, updates 6.3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Hindsight oracle: TCO $3,771 (±82), acc 0.817, updates 2.0</a:t>
            </a:r>
          </a:p>
        </p:txBody>
      </p:sp>
      <p:pic>
        <p:nvPicPr>
          <p:cNvPr id="7" name="Picture 6" descr="results_chart_error_trace_electr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25880"/>
            <a:ext cx="6583680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Results — airlines (balanced regime, mean of seeds)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572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Never retrain: TCO $8,643 (±318), acc 0.545, updates 0.0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Calendar: TCO $8,532 (±830), acc 0.575, updates 3.0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Drift-triggered: TCO $8,263 (±738), acc 0.615, updates 6.3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Cost-aware: TCO $8,209 (±213), acc 0.589, updates 2.7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RetrainWise: TCO $8,020 (±421), acc 0.606, updates 5.3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Hindsight oracle: TCO $7,222 (±130), acc 0.646, updates 3.3</a:t>
            </a:r>
          </a:p>
        </p:txBody>
      </p:sp>
      <p:pic>
        <p:nvPicPr>
          <p:cNvPr id="7" name="Picture 6" descr="results_chart_error_trace_air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25880"/>
            <a:ext cx="6583680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Results — covertype (balanced regime, mean of seeds)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5720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Never retrain: TCO $13,713 (±266), acc 0.278, updates 0.0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Calendar: TCO $13,115 (±480), acc 0.333, updates 3.0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Drift-triggered: TCO $12,760 (±483), acc 0.557, updates 29.0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Cost-aware: TCO $11,522 (±1,299), acc 0.428, updates 4.3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RetrainWise: TCO $11,336 (±90), acc 0.481, updates 13.7</a:t>
            </a:r>
          </a:p>
          <a:p>
            <a:pPr>
              <a:spcAft>
                <a:spcPts val="900"/>
              </a:spcAft>
              <a:defRPr sz="1400">
                <a:solidFill>
                  <a:srgbClr val="4A5568"/>
                </a:solidFill>
              </a:defRPr>
            </a:pPr>
            <a:r>
              <a:t>•  Hindsight oracle: TCO $8,567 (±232), acc 0.612, updates 8.0</a:t>
            </a:r>
          </a:p>
        </p:txBody>
      </p:sp>
      <p:pic>
        <p:nvPicPr>
          <p:cNvPr id="7" name="Picture 6" descr="results_chart_error_trace_cover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25880"/>
            <a:ext cx="6583680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Total cost of ownership across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9</a:t>
            </a:r>
          </a:p>
        </p:txBody>
      </p:sp>
      <p:pic>
        <p:nvPicPr>
          <p:cNvPr id="6" name="Picture 5" descr="results_chart_t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11064240" cy="26106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Honest reading of the standard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583179" cy="12344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35607"/>
            <a:ext cx="23088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6/12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</a:defRPr>
            </a:pPr>
            <a:r>
              <a:t>cells with lowest online TCO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4700" y="1325880"/>
            <a:ext cx="2583179" cy="12344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1860" y="1435607"/>
            <a:ext cx="23088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1.92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1860" y="2039112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</a:defRPr>
            </a:pPr>
            <a:r>
              <a:t>mean TCO rank (of 5 online)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1325880"/>
            <a:ext cx="2583179" cy="12344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435607"/>
            <a:ext cx="23088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+0.2%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39112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</a:defRPr>
            </a:pPr>
            <a:r>
              <a:t>median gap to best online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6819" y="1325880"/>
            <a:ext cx="2583179" cy="1234440"/>
          </a:xfrm>
          <a:prstGeom prst="round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3980" y="1435607"/>
            <a:ext cx="23088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A78D6"/>
                </a:solidFill>
              </a:defRPr>
            </a:pPr>
            <a:r>
              <a:t>34%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3980" y="2039112"/>
            <a:ext cx="23088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A5568"/>
                </a:solidFill>
              </a:defRPr>
            </a:pPr>
            <a:r>
              <a:t>evaluation share of spend (expensive)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34639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Where RetrainWise loses: evaluation overhead in the expensive regime, 30% hold-out, conservative guardrails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Electricity: calendar refits on the full window were cheaper in every regime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Costs are simulated; conclusions concern relative behaviour under stated assumptions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Oracle is optimal only over {defer, full retrain on 3 windows} at checkpoints, with hindsight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Complete datasets (seed 1, balanced, batch 2,000)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1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TCO (simulated 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Never retrain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Calendar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Drift-triggered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Cost-aware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RetrainWise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Hindsight oracle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electricity (45,312 rows)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13,744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12,774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14,493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12,565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11,177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10,559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airlines (539,383 rows)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262,881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242,679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228,599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230,494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211,337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203,730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covertype (581,012 rows)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261,571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209,372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161,316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270,189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246,710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161,076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8328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A5568"/>
                </a:solidFill>
              </a:defRPr>
            </a:pPr>
            <a:r>
              <a:t>★ = lowest TCO among online policies. On Covertype RetrainWise spent $2,998 of its $3,000 budget and was then blocked; the budget-unaware drift baseline spent $43,354.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Real local LLM test (Ollama, CPU)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llama3.1: called the evaluation tool and recommended the same action as the engine, but mislabelled an interval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qwen2.5-coder: emitted tool calls as text, then recommended 'defer' against the engine's 'partial'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After the fixes qwen matched the engine's action but still misstated a cost ($40 vs $50)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Fixes: textual tool calls parsed, evaluation tool required, deterministic consistency check with visible warning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Every LLM report carries the deterministic verified figures; decisions never depend on the LLM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73654"/>
                </a:solidFill>
              </a:defRPr>
            </a:pPr>
            <a: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RetrainWise · costs are simulated USD under stated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A5568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Value-of-information rule for when to pay for shadow evaluation (the main loss driver)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Budget scaled to stream value; only one learner (linear SGD); 3 seeds, no significance tests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Engineer-hour and incident costs are synthetic; prices are an assumed static snapshot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Covertype and Airlines are stream replays; baseline is CARA-CT-inspired, not exact CARA</a:t>
            </a:r>
          </a:p>
          <a:p>
            <a:pPr>
              <a:spcAft>
                <a:spcPts val="900"/>
              </a:spcAft>
              <a:defRPr sz="1700">
                <a:solidFill>
                  <a:srgbClr val="4A5568"/>
                </a:solidFill>
              </a:defRPr>
            </a:pPr>
            <a:r>
              <a:t>•  LLM explanations are advisory and can be wrong — shown by the real Ollama 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